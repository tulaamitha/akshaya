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7"/>
  </p:notesMasterIdLst>
  <p:sldIdLst>
    <p:sldId id="256" r:id="rId2"/>
    <p:sldId id="262" r:id="rId3"/>
    <p:sldId id="261" r:id="rId4"/>
    <p:sldId id="270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2" r:id="rId13"/>
    <p:sldId id="273" r:id="rId14"/>
    <p:sldId id="274" r:id="rId15"/>
    <p:sldId id="271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A239DD0-1522-4A9D-8EED-93167770B5FC}" v="10" dt="2026-10-08T05:25:44.16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enuvanka, Akshaya (Hartford India)" userId="8ad9b0d7-0b36-4eba-8985-4c5ae95bd364" providerId="ADAL" clId="{C7123568-C141-4099-B46B-254FDD3F52C7}"/>
    <pc:docChg chg="undo custSel addSld modSld">
      <pc:chgData name="Venuvanka, Akshaya (Hartford India)" userId="8ad9b0d7-0b36-4eba-8985-4c5ae95bd364" providerId="ADAL" clId="{C7123568-C141-4099-B46B-254FDD3F52C7}" dt="2026-10-08T05:26:48.816" v="161" actId="20577"/>
      <pc:docMkLst>
        <pc:docMk/>
      </pc:docMkLst>
      <pc:sldChg chg="addSp modSp new mod">
        <pc:chgData name="Venuvanka, Akshaya (Hartford India)" userId="8ad9b0d7-0b36-4eba-8985-4c5ae95bd364" providerId="ADAL" clId="{C7123568-C141-4099-B46B-254FDD3F52C7}" dt="2026-10-08T03:56:38.190" v="26" actId="113"/>
        <pc:sldMkLst>
          <pc:docMk/>
          <pc:sldMk cId="2137407963" sldId="270"/>
        </pc:sldMkLst>
        <pc:spChg chg="add mod">
          <ac:chgData name="Venuvanka, Akshaya (Hartford India)" userId="8ad9b0d7-0b36-4eba-8985-4c5ae95bd364" providerId="ADAL" clId="{C7123568-C141-4099-B46B-254FDD3F52C7}" dt="2026-10-08T03:56:38.190" v="26" actId="113"/>
          <ac:spMkLst>
            <pc:docMk/>
            <pc:sldMk cId="2137407963" sldId="270"/>
            <ac:spMk id="4" creationId="{863AA22F-C273-014D-202E-89BC7F5AB993}"/>
          </ac:spMkLst>
        </pc:spChg>
        <pc:picChg chg="add mod">
          <ac:chgData name="Venuvanka, Akshaya (Hartford India)" userId="8ad9b0d7-0b36-4eba-8985-4c5ae95bd364" providerId="ADAL" clId="{C7123568-C141-4099-B46B-254FDD3F52C7}" dt="2026-10-08T03:56:12.297" v="7" actId="14100"/>
          <ac:picMkLst>
            <pc:docMk/>
            <pc:sldMk cId="2137407963" sldId="270"/>
            <ac:picMk id="3" creationId="{C75968C5-BF2B-4CB3-A507-C0F40DBA70C4}"/>
          </ac:picMkLst>
        </pc:picChg>
      </pc:sldChg>
      <pc:sldChg chg="addSp modSp new mod">
        <pc:chgData name="Venuvanka, Akshaya (Hartford India)" userId="8ad9b0d7-0b36-4eba-8985-4c5ae95bd364" providerId="ADAL" clId="{C7123568-C141-4099-B46B-254FDD3F52C7}" dt="2026-10-08T03:58:33.063" v="53" actId="1076"/>
        <pc:sldMkLst>
          <pc:docMk/>
          <pc:sldMk cId="2785931759" sldId="271"/>
        </pc:sldMkLst>
        <pc:spChg chg="add mod">
          <ac:chgData name="Venuvanka, Akshaya (Hartford India)" userId="8ad9b0d7-0b36-4eba-8985-4c5ae95bd364" providerId="ADAL" clId="{C7123568-C141-4099-B46B-254FDD3F52C7}" dt="2026-10-08T03:58:33.063" v="53" actId="1076"/>
          <ac:spMkLst>
            <pc:docMk/>
            <pc:sldMk cId="2785931759" sldId="271"/>
            <ac:spMk id="2" creationId="{602B6F9D-BF79-F396-7193-1D1E1C93D058}"/>
          </ac:spMkLst>
        </pc:spChg>
      </pc:sldChg>
      <pc:sldChg chg="addSp modSp new mod setBg setClrOvrMap">
        <pc:chgData name="Venuvanka, Akshaya (Hartford India)" userId="8ad9b0d7-0b36-4eba-8985-4c5ae95bd364" providerId="ADAL" clId="{C7123568-C141-4099-B46B-254FDD3F52C7}" dt="2026-10-08T04:34:56.068" v="92" actId="20577"/>
        <pc:sldMkLst>
          <pc:docMk/>
          <pc:sldMk cId="1043396760" sldId="272"/>
        </pc:sldMkLst>
        <pc:spChg chg="add mod">
          <ac:chgData name="Venuvanka, Akshaya (Hartford India)" userId="8ad9b0d7-0b36-4eba-8985-4c5ae95bd364" providerId="ADAL" clId="{C7123568-C141-4099-B46B-254FDD3F52C7}" dt="2026-10-08T04:34:56.068" v="92" actId="20577"/>
          <ac:spMkLst>
            <pc:docMk/>
            <pc:sldMk cId="1043396760" sldId="272"/>
            <ac:spMk id="10" creationId="{47FD0F7B-E401-F3FA-95CE-298D3529DEDF}"/>
          </ac:spMkLst>
        </pc:spChg>
        <pc:spChg chg="add">
          <ac:chgData name="Venuvanka, Akshaya (Hartford India)" userId="8ad9b0d7-0b36-4eba-8985-4c5ae95bd364" providerId="ADAL" clId="{C7123568-C141-4099-B46B-254FDD3F52C7}" dt="2026-10-08T04:30:47.134" v="56" actId="26606"/>
          <ac:spMkLst>
            <pc:docMk/>
            <pc:sldMk cId="1043396760" sldId="272"/>
            <ac:spMk id="14" creationId="{12E8CD4E-6381-4807-AA5B-CE0024A8BE19}"/>
          </ac:spMkLst>
        </pc:spChg>
        <pc:spChg chg="add">
          <ac:chgData name="Venuvanka, Akshaya (Hartford India)" userId="8ad9b0d7-0b36-4eba-8985-4c5ae95bd364" providerId="ADAL" clId="{C7123568-C141-4099-B46B-254FDD3F52C7}" dt="2026-10-08T04:30:47.134" v="56" actId="26606"/>
          <ac:spMkLst>
            <pc:docMk/>
            <pc:sldMk cId="1043396760" sldId="272"/>
            <ac:spMk id="16" creationId="{D28445F8-F032-43C9-8D0F-A5155F525283}"/>
          </ac:spMkLst>
        </pc:spChg>
        <pc:spChg chg="add">
          <ac:chgData name="Venuvanka, Akshaya (Hartford India)" userId="8ad9b0d7-0b36-4eba-8985-4c5ae95bd364" providerId="ADAL" clId="{C7123568-C141-4099-B46B-254FDD3F52C7}" dt="2026-10-08T04:30:47.134" v="56" actId="26606"/>
          <ac:spMkLst>
            <pc:docMk/>
            <pc:sldMk cId="1043396760" sldId="272"/>
            <ac:spMk id="18" creationId="{36A325B5-56A3-425A-B9A3-0CEB7CA1BBF6}"/>
          </ac:spMkLst>
        </pc:spChg>
        <pc:spChg chg="add">
          <ac:chgData name="Venuvanka, Akshaya (Hartford India)" userId="8ad9b0d7-0b36-4eba-8985-4c5ae95bd364" providerId="ADAL" clId="{C7123568-C141-4099-B46B-254FDD3F52C7}" dt="2026-10-08T04:30:47.134" v="56" actId="26606"/>
          <ac:spMkLst>
            <pc:docMk/>
            <pc:sldMk cId="1043396760" sldId="272"/>
            <ac:spMk id="20" creationId="{B80DE958-9D45-4CAD-BF1F-FA2ED970B7F6}"/>
          </ac:spMkLst>
        </pc:spChg>
        <pc:spChg chg="add">
          <ac:chgData name="Venuvanka, Akshaya (Hartford India)" userId="8ad9b0d7-0b36-4eba-8985-4c5ae95bd364" providerId="ADAL" clId="{C7123568-C141-4099-B46B-254FDD3F52C7}" dt="2026-10-08T04:30:47.134" v="56" actId="26606"/>
          <ac:spMkLst>
            <pc:docMk/>
            <pc:sldMk cId="1043396760" sldId="272"/>
            <ac:spMk id="22" creationId="{BB93B4BF-AD35-4E52-8131-161C5FB9CDD7}"/>
          </ac:spMkLst>
        </pc:spChg>
        <pc:picChg chg="add mod ord">
          <ac:chgData name="Venuvanka, Akshaya (Hartford India)" userId="8ad9b0d7-0b36-4eba-8985-4c5ae95bd364" providerId="ADAL" clId="{C7123568-C141-4099-B46B-254FDD3F52C7}" dt="2026-10-08T04:31:36.467" v="72" actId="14100"/>
          <ac:picMkLst>
            <pc:docMk/>
            <pc:sldMk cId="1043396760" sldId="272"/>
            <ac:picMk id="3" creationId="{F0ACFE29-E35F-64E5-733A-48D8297FAEEC}"/>
          </ac:picMkLst>
        </pc:picChg>
        <pc:picChg chg="add mod ord">
          <ac:chgData name="Venuvanka, Akshaya (Hartford India)" userId="8ad9b0d7-0b36-4eba-8985-4c5ae95bd364" providerId="ADAL" clId="{C7123568-C141-4099-B46B-254FDD3F52C7}" dt="2026-10-08T04:31:14.115" v="65" actId="14100"/>
          <ac:picMkLst>
            <pc:docMk/>
            <pc:sldMk cId="1043396760" sldId="272"/>
            <ac:picMk id="5" creationId="{46B1E4C1-0BA9-F535-00BB-6B893E2EA2C1}"/>
          </ac:picMkLst>
        </pc:picChg>
        <pc:picChg chg="add mod">
          <ac:chgData name="Venuvanka, Akshaya (Hartford India)" userId="8ad9b0d7-0b36-4eba-8985-4c5ae95bd364" providerId="ADAL" clId="{C7123568-C141-4099-B46B-254FDD3F52C7}" dt="2026-10-08T04:30:59.682" v="60" actId="14100"/>
          <ac:picMkLst>
            <pc:docMk/>
            <pc:sldMk cId="1043396760" sldId="272"/>
            <ac:picMk id="7" creationId="{5950695D-8083-2129-3ECB-78A17AC20A78}"/>
          </ac:picMkLst>
        </pc:picChg>
        <pc:picChg chg="add mod">
          <ac:chgData name="Venuvanka, Akshaya (Hartford India)" userId="8ad9b0d7-0b36-4eba-8985-4c5ae95bd364" providerId="ADAL" clId="{C7123568-C141-4099-B46B-254FDD3F52C7}" dt="2026-10-08T04:31:25.627" v="68" actId="14100"/>
          <ac:picMkLst>
            <pc:docMk/>
            <pc:sldMk cId="1043396760" sldId="272"/>
            <ac:picMk id="9" creationId="{C9683F86-331C-8D05-9D4B-FD082EF44A59}"/>
          </ac:picMkLst>
        </pc:picChg>
      </pc:sldChg>
      <pc:sldChg chg="addSp modSp new mod">
        <pc:chgData name="Venuvanka, Akshaya (Hartford India)" userId="8ad9b0d7-0b36-4eba-8985-4c5ae95bd364" providerId="ADAL" clId="{C7123568-C141-4099-B46B-254FDD3F52C7}" dt="2026-10-08T04:44:04.186" v="116" actId="403"/>
        <pc:sldMkLst>
          <pc:docMk/>
          <pc:sldMk cId="1830863101" sldId="273"/>
        </pc:sldMkLst>
        <pc:spChg chg="add mod">
          <ac:chgData name="Venuvanka, Akshaya (Hartford India)" userId="8ad9b0d7-0b36-4eba-8985-4c5ae95bd364" providerId="ADAL" clId="{C7123568-C141-4099-B46B-254FDD3F52C7}" dt="2026-10-08T04:44:04.186" v="116" actId="403"/>
          <ac:spMkLst>
            <pc:docMk/>
            <pc:sldMk cId="1830863101" sldId="273"/>
            <ac:spMk id="4" creationId="{D7BDC17D-13CA-C644-CF96-A9A3F7D05115}"/>
          </ac:spMkLst>
        </pc:spChg>
        <pc:picChg chg="add">
          <ac:chgData name="Venuvanka, Akshaya (Hartford India)" userId="8ad9b0d7-0b36-4eba-8985-4c5ae95bd364" providerId="ADAL" clId="{C7123568-C141-4099-B46B-254FDD3F52C7}" dt="2026-10-08T04:43:30.853" v="94" actId="22"/>
          <ac:picMkLst>
            <pc:docMk/>
            <pc:sldMk cId="1830863101" sldId="273"/>
            <ac:picMk id="3" creationId="{439121DE-289A-D89E-4234-5EC26EFEFD91}"/>
          </ac:picMkLst>
        </pc:picChg>
      </pc:sldChg>
      <pc:sldChg chg="addSp delSp modSp new mod">
        <pc:chgData name="Venuvanka, Akshaya (Hartford India)" userId="8ad9b0d7-0b36-4eba-8985-4c5ae95bd364" providerId="ADAL" clId="{C7123568-C141-4099-B46B-254FDD3F52C7}" dt="2026-10-08T05:26:48.816" v="161" actId="20577"/>
        <pc:sldMkLst>
          <pc:docMk/>
          <pc:sldMk cId="3594472981" sldId="274"/>
        </pc:sldMkLst>
        <pc:spChg chg="add del mod">
          <ac:chgData name="Venuvanka, Akshaya (Hartford India)" userId="8ad9b0d7-0b36-4eba-8985-4c5ae95bd364" providerId="ADAL" clId="{C7123568-C141-4099-B46B-254FDD3F52C7}" dt="2026-10-08T05:24:57.480" v="125"/>
          <ac:spMkLst>
            <pc:docMk/>
            <pc:sldMk cId="3594472981" sldId="274"/>
            <ac:spMk id="2" creationId="{0BAD53E5-4B7D-8596-1F88-EBA20794FC93}"/>
          </ac:spMkLst>
        </pc:spChg>
        <pc:spChg chg="add mod">
          <ac:chgData name="Venuvanka, Akshaya (Hartford India)" userId="8ad9b0d7-0b36-4eba-8985-4c5ae95bd364" providerId="ADAL" clId="{C7123568-C141-4099-B46B-254FDD3F52C7}" dt="2026-10-08T05:26:48.816" v="161" actId="20577"/>
          <ac:spMkLst>
            <pc:docMk/>
            <pc:sldMk cId="3594472981" sldId="274"/>
            <ac:spMk id="4" creationId="{672444B6-1075-CA7B-E974-45763FB65FDB}"/>
          </ac:spMkLst>
        </pc:spChg>
        <pc:graphicFrameChg chg="add mod modGraphic">
          <ac:chgData name="Venuvanka, Akshaya (Hartford India)" userId="8ad9b0d7-0b36-4eba-8985-4c5ae95bd364" providerId="ADAL" clId="{C7123568-C141-4099-B46B-254FDD3F52C7}" dt="2026-10-08T05:24:56.809" v="123" actId="14734"/>
          <ac:graphicFrameMkLst>
            <pc:docMk/>
            <pc:sldMk cId="3594472981" sldId="274"/>
            <ac:graphicFrameMk id="3" creationId="{A3E9021E-102C-5627-3D44-D8DF19DE19DD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FFD6CA-55FA-4694-A871-5BF85ADE82B8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687B19-96C3-4D83-A275-FF7BD4AF7C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9310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10/8/2026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10/8/2026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4E1AA-BA1E-4333-33C8-66C5ACD119A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 err="1">
                <a:solidFill>
                  <a:schemeClr val="tx2">
                    <a:lumMod val="50000"/>
                  </a:schemeClr>
                </a:solidFill>
              </a:rPr>
              <a:t>benefitsheild</a:t>
            </a:r>
            <a:endParaRPr lang="en-IN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904693-1855-5C4D-E46E-1CF4DB17771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b="1" dirty="0">
                <a:latin typeface="Aptos Narrow" panose="020B0004020202020204" pitchFamily="34" charset="0"/>
                <a:cs typeface="Aparajita" panose="02020603050405020304" pitchFamily="18" charset="0"/>
              </a:rPr>
              <a:t>Employee Benefit management System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7E5993-7B61-56CC-0C52-690519A70690}"/>
              </a:ext>
            </a:extLst>
          </p:cNvPr>
          <p:cNvSpPr txBox="1"/>
          <p:nvPr/>
        </p:nvSpPr>
        <p:spPr>
          <a:xfrm>
            <a:off x="9637532" y="5806440"/>
            <a:ext cx="2834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Aptos" panose="020B0004020202020204" pitchFamily="34" charset="0"/>
              </a:rPr>
              <a:t>-Akshaya Venuvanka</a:t>
            </a:r>
          </a:p>
        </p:txBody>
      </p:sp>
    </p:spTree>
    <p:extLst>
      <p:ext uri="{BB962C8B-B14F-4D97-AF65-F5344CB8AC3E}">
        <p14:creationId xmlns:p14="http://schemas.microsoft.com/office/powerpoint/2010/main" val="16053418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908883A-5A83-5FDF-F4A0-4062F1538E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135" y="499128"/>
            <a:ext cx="9659698" cy="5201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75719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9C2B207-FB4F-DF76-5E23-9B500D836C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971" y="0"/>
            <a:ext cx="11408229" cy="6077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07949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75968C5-BF2B-4CB3-A507-C0F40DBA70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35000"/>
            <a:ext cx="12192000" cy="6223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63AA22F-C273-014D-202E-89BC7F5AB993}"/>
              </a:ext>
            </a:extLst>
          </p:cNvPr>
          <p:cNvSpPr txBox="1"/>
          <p:nvPr/>
        </p:nvSpPr>
        <p:spPr>
          <a:xfrm>
            <a:off x="137160" y="118872"/>
            <a:ext cx="3118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TECHNICAL SCOPE</a:t>
            </a:r>
          </a:p>
        </p:txBody>
      </p:sp>
    </p:spTree>
    <p:extLst>
      <p:ext uri="{BB962C8B-B14F-4D97-AF65-F5344CB8AC3E}">
        <p14:creationId xmlns:p14="http://schemas.microsoft.com/office/powerpoint/2010/main" val="21374079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53E5A6F-0302-05E1-5FD1-DCE3922384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40429"/>
            <a:ext cx="12192000" cy="6089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46697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A8FC2AA-EB38-E1D2-756D-F1A8D7A426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72" y="76481"/>
            <a:ext cx="11985172" cy="5910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92370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9E75546-0498-80CB-1B92-2872BF35A4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057" y="210791"/>
            <a:ext cx="12083143" cy="5863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12754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AC9D9A1-F9A1-B2B0-F2B0-0E78F6D7D2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143" y="141513"/>
            <a:ext cx="11919857" cy="5998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12171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DFEA50A-4D9F-2AC2-2E95-68D04273A8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051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29095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7EFA277-8A17-00B2-C481-F51064BB02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063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18834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5730448-24D0-18F6-B367-D16D811EA7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7086"/>
            <a:ext cx="12192000" cy="5932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14624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12E8CD4E-6381-4807-AA5B-CE0024A8B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8445F8-F032-43C9-8D0F-A5155F5252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59"/>
            <a:ext cx="5538555" cy="28870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950695D-8083-2129-3ECB-78A17AC20A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012" y="609600"/>
            <a:ext cx="5536182" cy="2623457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36A325B5-56A3-425A-B9A3-0CEB7CA1BB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76432" y="480060"/>
            <a:ext cx="5538555" cy="28870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B1E4C1-0BA9-F535-00BB-6B893E2EA2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4058" y="903514"/>
            <a:ext cx="5538555" cy="1741715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B80DE958-9D45-4CAD-BF1F-FA2ED970B7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3" y="3527956"/>
            <a:ext cx="5538554" cy="284998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0ACFE29-E35F-64E5-733A-48D8297FAE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640" y="4180114"/>
            <a:ext cx="5538554" cy="1502229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BB93B4BF-AD35-4E52-8131-161C5FB9CD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76432" y="3527956"/>
            <a:ext cx="5538555" cy="284998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9683F86-331C-8D05-9D4B-FD082EF44A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9669" y="4270602"/>
            <a:ext cx="5372944" cy="155325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7FD0F7B-E401-F3FA-95CE-298D3529DEDF}"/>
              </a:ext>
            </a:extLst>
          </p:cNvPr>
          <p:cNvSpPr txBox="1"/>
          <p:nvPr/>
        </p:nvSpPr>
        <p:spPr>
          <a:xfrm>
            <a:off x="474640" y="155448"/>
            <a:ext cx="2881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BACKEND TESTING</a:t>
            </a:r>
          </a:p>
        </p:txBody>
      </p:sp>
    </p:spTree>
    <p:extLst>
      <p:ext uri="{BB962C8B-B14F-4D97-AF65-F5344CB8AC3E}">
        <p14:creationId xmlns:p14="http://schemas.microsoft.com/office/powerpoint/2010/main" val="10433967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39121DE-289A-D89E-4234-5EC26EFEFD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650" y="2152472"/>
            <a:ext cx="10202699" cy="255305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7BDC17D-13CA-C644-CF96-A9A3F7D05115}"/>
              </a:ext>
            </a:extLst>
          </p:cNvPr>
          <p:cNvSpPr txBox="1"/>
          <p:nvPr/>
        </p:nvSpPr>
        <p:spPr>
          <a:xfrm>
            <a:off x="994650" y="1186543"/>
            <a:ext cx="32112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FRONTEND </a:t>
            </a:r>
            <a:r>
              <a:rPr lang="en-IN" sz="2000" b="1" dirty="0"/>
              <a:t>TESTING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8308631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72444B6-1075-CA7B-E974-45763FB65FDB}"/>
              </a:ext>
            </a:extLst>
          </p:cNvPr>
          <p:cNvSpPr txBox="1"/>
          <p:nvPr/>
        </p:nvSpPr>
        <p:spPr>
          <a:xfrm>
            <a:off x="1014984" y="1380744"/>
            <a:ext cx="9738360" cy="36394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t">
              <a:lnSpc>
                <a:spcPts val="1500"/>
              </a:lnSpc>
              <a:buNone/>
            </a:pPr>
            <a:r>
              <a:rPr lang="en-IN" sz="2400" b="1" dirty="0">
                <a:latin typeface="Segoe UI" panose="020B0502040204020203" pitchFamily="34" charset="0"/>
              </a:rPr>
              <a:t>CONCLUSION</a:t>
            </a:r>
          </a:p>
          <a:p>
            <a:pPr fontAlgn="t">
              <a:lnSpc>
                <a:spcPts val="1500"/>
              </a:lnSpc>
              <a:buNone/>
            </a:pPr>
            <a:endParaRPr lang="en-IN" sz="2400" b="1" dirty="0">
              <a:latin typeface="Segoe UI" panose="020B0502040204020203" pitchFamily="34" charset="0"/>
            </a:endParaRPr>
          </a:p>
          <a:p>
            <a:pPr marL="285750" indent="-285750"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Aptos Slab" panose="020B0004020202020204" pitchFamily="34" charset="0"/>
              </a:rPr>
              <a:t>Successfully developed a secure, scalable, and resilient Employee Benefits Management System.</a:t>
            </a:r>
          </a:p>
          <a:p>
            <a:pPr fontAlgn="t">
              <a:lnSpc>
                <a:spcPts val="1500"/>
              </a:lnSpc>
              <a:buNone/>
            </a:pPr>
            <a:endParaRPr lang="en-IN" dirty="0">
              <a:latin typeface="Aptos Slab" panose="020B0004020202020204" pitchFamily="34" charset="0"/>
            </a:endParaRPr>
          </a:p>
          <a:p>
            <a:pPr marL="285750" indent="-285750"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Aptos Slab" panose="020B0004020202020204" pitchFamily="34" charset="0"/>
              </a:rPr>
              <a:t> Implemented Microservices Architecture with Angular, ASP.NET Core, YARP API Gateway, JWT Authentication, and SQL Server.</a:t>
            </a:r>
          </a:p>
          <a:p>
            <a:pPr fontAlgn="t">
              <a:lnSpc>
                <a:spcPts val="1500"/>
              </a:lnSpc>
              <a:buNone/>
            </a:pPr>
            <a:endParaRPr lang="en-IN" dirty="0">
              <a:latin typeface="Aptos Slab" panose="020B0004020202020204" pitchFamily="34" charset="0"/>
            </a:endParaRPr>
          </a:p>
          <a:p>
            <a:pPr marL="285750" indent="-285750"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Aptos Slab" panose="020B0004020202020204" pitchFamily="34" charset="0"/>
              </a:rPr>
              <a:t> Enabled end-to-end management of Quotes, Coverage, Claims, and Payments.</a:t>
            </a:r>
          </a:p>
          <a:p>
            <a:pPr fontAlgn="t">
              <a:lnSpc>
                <a:spcPts val="1500"/>
              </a:lnSpc>
              <a:buNone/>
            </a:pPr>
            <a:endParaRPr lang="en-IN" dirty="0">
              <a:latin typeface="Aptos Slab" panose="020B0004020202020204" pitchFamily="34" charset="0"/>
            </a:endParaRPr>
          </a:p>
          <a:p>
            <a:pPr marL="285750" indent="-285750"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Aptos Slab" panose="020B0004020202020204" pitchFamily="34" charset="0"/>
              </a:rPr>
              <a:t>Enhanced reliability through Polly-based resilience and fault-tolerant service communication.</a:t>
            </a:r>
          </a:p>
          <a:p>
            <a:pPr fontAlgn="t">
              <a:lnSpc>
                <a:spcPts val="1500"/>
              </a:lnSpc>
              <a:buNone/>
            </a:pPr>
            <a:endParaRPr lang="en-IN" dirty="0">
              <a:latin typeface="Aptos Slab" panose="020F0502020204030204" pitchFamily="34" charset="0"/>
            </a:endParaRPr>
          </a:p>
          <a:p>
            <a:pPr fontAlgn="t">
              <a:lnSpc>
                <a:spcPts val="1500"/>
              </a:lnSpc>
              <a:buNone/>
            </a:pPr>
            <a:endParaRPr lang="en-IN" dirty="0">
              <a:latin typeface="Aptos Slab" panose="020F0502020204030204" pitchFamily="34" charset="0"/>
            </a:endParaRPr>
          </a:p>
          <a:p>
            <a:pPr fontAlgn="t">
              <a:lnSpc>
                <a:spcPts val="1500"/>
              </a:lnSpc>
              <a:buNone/>
            </a:pPr>
            <a:endParaRPr lang="en-IN" dirty="0">
              <a:latin typeface="Aptos Slab" panose="020F0502020204030204" pitchFamily="34" charset="0"/>
            </a:endParaRPr>
          </a:p>
          <a:p>
            <a:pPr fontAlgn="t">
              <a:lnSpc>
                <a:spcPts val="1500"/>
              </a:lnSpc>
              <a:buNone/>
            </a:pPr>
            <a:r>
              <a:rPr lang="en-IN" b="1" dirty="0">
                <a:latin typeface="Segoe UI" panose="020B0502040204020203" pitchFamily="34" charset="0"/>
              </a:rPr>
              <a:t>"</a:t>
            </a:r>
            <a:r>
              <a:rPr lang="en-IN" b="1" dirty="0" err="1">
                <a:latin typeface="Segoe UI" panose="020B0502040204020203" pitchFamily="34" charset="0"/>
              </a:rPr>
              <a:t>BenefitShield</a:t>
            </a:r>
            <a:r>
              <a:rPr lang="en-IN" b="1" dirty="0">
                <a:latin typeface="Segoe UI" panose="020B0502040204020203" pitchFamily="34" charset="0"/>
              </a:rPr>
              <a:t> delivers an efficient, secure, and modern employee benefits management solution."</a:t>
            </a:r>
            <a:endParaRPr lang="en-IN" dirty="0">
              <a:latin typeface="Segoe UI" panose="020B0502040204020203" pitchFamily="34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944729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02B6F9D-BF79-F396-7193-1D1E1C93D058}"/>
              </a:ext>
            </a:extLst>
          </p:cNvPr>
          <p:cNvSpPr txBox="1"/>
          <p:nvPr/>
        </p:nvSpPr>
        <p:spPr>
          <a:xfrm>
            <a:off x="3483864" y="2194560"/>
            <a:ext cx="766267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000" dirty="0">
                <a:latin typeface="Algerian" panose="04020705040A02060702" pitchFamily="82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785931759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TM10001114[[fn=Gallery]]</Template>
  <TotalTime>144</TotalTime>
  <Words>93</Words>
  <Application>Microsoft Office PowerPoint</Application>
  <PresentationFormat>Widescreen</PresentationFormat>
  <Paragraphs>20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Algerian</vt:lpstr>
      <vt:lpstr>Aptos</vt:lpstr>
      <vt:lpstr>Aptos Narrow</vt:lpstr>
      <vt:lpstr>Aptos Slab</vt:lpstr>
      <vt:lpstr>Arial</vt:lpstr>
      <vt:lpstr>Gill Sans MT</vt:lpstr>
      <vt:lpstr>Segoe UI</vt:lpstr>
      <vt:lpstr>Gallery</vt:lpstr>
      <vt:lpstr>benefitsheild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The Hartford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Venuvanka, Akshaya (Hartford India)</dc:creator>
  <cp:lastModifiedBy>Venuvanka, Akshaya (Hartford India)</cp:lastModifiedBy>
  <cp:revision>1</cp:revision>
  <dcterms:created xsi:type="dcterms:W3CDTF">2026-10-07T15:44:32Z</dcterms:created>
  <dcterms:modified xsi:type="dcterms:W3CDTF">2026-10-08T05:26:54Z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6b19c09-48dc-483e-8a5f-9e92f1cd9848_Enabled">
    <vt:lpwstr>true</vt:lpwstr>
  </property>
  <property fmtid="{D5CDD505-2E9C-101B-9397-08002B2CF9AE}" pid="3" name="MSIP_Label_36b19c09-48dc-483e-8a5f-9e92f1cd9848_SetDate">
    <vt:lpwstr>2026-10-07T18:38:11Z</vt:lpwstr>
  </property>
  <property fmtid="{D5CDD505-2E9C-101B-9397-08002B2CF9AE}" pid="4" name="MSIP_Label_36b19c09-48dc-483e-8a5f-9e92f1cd9848_Method">
    <vt:lpwstr>Privileged</vt:lpwstr>
  </property>
  <property fmtid="{D5CDD505-2E9C-101B-9397-08002B2CF9AE}" pid="5" name="MSIP_Label_36b19c09-48dc-483e-8a5f-9e92f1cd9848_Name">
    <vt:lpwstr>NC - Hide Footer</vt:lpwstr>
  </property>
  <property fmtid="{D5CDD505-2E9C-101B-9397-08002B2CF9AE}" pid="6" name="MSIP_Label_36b19c09-48dc-483e-8a5f-9e92f1cd9848_SiteId">
    <vt:lpwstr>a311fc62-83f4-45f0-9502-1bb2247d4c8d</vt:lpwstr>
  </property>
  <property fmtid="{D5CDD505-2E9C-101B-9397-08002B2CF9AE}" pid="7" name="MSIP_Label_36b19c09-48dc-483e-8a5f-9e92f1cd9848_ActionId">
    <vt:lpwstr>f4187ae6-b360-43f9-afab-33169f770935</vt:lpwstr>
  </property>
  <property fmtid="{D5CDD505-2E9C-101B-9397-08002B2CF9AE}" pid="8" name="MSIP_Label_36b19c09-48dc-483e-8a5f-9e92f1cd9848_ContentBits">
    <vt:lpwstr>0</vt:lpwstr>
  </property>
  <property fmtid="{D5CDD505-2E9C-101B-9397-08002B2CF9AE}" pid="9" name="MSIP_Label_36b19c09-48dc-483e-8a5f-9e92f1cd9848_Tag">
    <vt:lpwstr>10, 0, 1, 1</vt:lpwstr>
  </property>
</Properties>
</file>